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4" r:id="rId5"/>
    <p:sldId id="259" r:id="rId6"/>
    <p:sldId id="262" r:id="rId7"/>
    <p:sldId id="266" r:id="rId8"/>
    <p:sldId id="260" r:id="rId9"/>
    <p:sldId id="261" r:id="rId10"/>
    <p:sldId id="263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FCE370-9193-BED6-1169-CBC414D9F3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2356B1-3F11-F063-3C8E-58C13D49695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74FA60-561D-F40A-87CF-A25D782A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5114ED-7516-1587-1972-9105EF6FB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DB4E00-2368-CA72-F9F0-5FA4EDD12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38099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B39B4-D1BA-4097-599E-1E751486BF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64A5C-F479-C9FA-1AC8-C5579669C8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C81C76-1BE3-E33D-7F70-610623A84F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DE94C6-0FCC-D93A-13CC-1F25ADC0B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A80826-491A-0B6E-29AD-D0AEFADD7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44305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83351B-B9AB-2027-1703-2EFE91103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5AE6DD-8897-2271-9970-43B4B27E94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1A80F9-5B89-BD50-C3F2-21C370F74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BABEE7-F5CD-62B3-1C9D-EBBA4EB66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E07740-48C6-4F20-89B4-44D90D3ED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39900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D190C-6836-DE66-936D-38E3967B7D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851F4D-ED15-79CB-E73B-1CD1227512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8A1AF4-C638-3921-2580-F7BAF3ADB3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5161D1-EBB7-877E-D1D3-D7B315C9F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923750-503F-A7DE-F5CF-830FA6D80A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D7E72C-A2CC-5367-323B-8BA657E809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4872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A39FF-ADA7-A351-DB87-463931F22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ED8525-5B3A-A639-DCD1-A13EC9DD11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1FF1D4-C0AD-6CDF-6CA3-86BBD8C6F8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CD9EA0-3A4A-1035-496B-9D44AC4401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867017F-1A8E-CB4C-DA50-89DC922EC5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F3AC91-6B4E-6F66-402E-052E3EF3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B611AB-3F90-1915-BC14-5631A93BC9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C289DF-103C-5DB4-55A8-EC04EF325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999776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C4C41-5E45-B57C-E2D3-AAB28EA412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4AC20-BFA0-8454-FCB3-D32C35740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A85107-1010-4F4F-7E48-AE70B6F293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12BCB0-0995-6991-F1DB-75FD558B34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8613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72E064-F99E-60D5-E9E4-E73D465D9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FC550D6-C1CB-BEB9-B51E-A70C6028B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E9B54-12B2-F88B-A367-3EAD20A2E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051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88318B-F45B-924E-0196-1DDE8742F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CEFC57-72A3-8ECD-1A4D-6FEA14A04A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11CF15-F920-E6B0-9C0C-2053447D00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7F4240-09D2-AFE9-C730-92F6E97C5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068FE1-EDB1-C01A-7819-AFB34E99E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C0B9AF-2A38-3966-CE85-37C96F71C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043690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D5F1D-D36D-C193-605B-66DA907BB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D292A4-3529-399B-A4EC-9D03C35EA8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CADA1C-509D-D297-5A19-0E1262BBE2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F84BBB-2408-C3F0-A549-CA1DB8238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CED25A-3ADD-E5ED-4C60-4C7EB57A2A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E255B-80D8-8205-C386-6D569CA01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711040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3BAF16-639B-4449-7118-E68619B0D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3C2FE4-4D4A-CC51-7936-DADF0F0789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DF0CC5-28DD-21D4-50A7-878042DF0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E530BC-8275-36CC-5DF0-FFF601BCA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E369F3-96B5-B4B5-DD5F-385E7033F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16038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2B357E-39C3-A4B9-DC4D-3CC726D9C8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F75898-30AD-737B-A50C-CAE824EE20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29413-6453-D1CB-C0CB-87A889B00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DB432-6D12-C1A8-0246-FCE5231428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5A48E3-3875-354A-224A-AA213EC71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3236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6BD737-DBEB-B377-D073-A2C579AFC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491E46-2E4E-605A-7BC1-340426EE7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EEE2B0-7864-5342-A36B-A0940B190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2536CA-BB50-43E9-A64C-ACDFFAD30846}" type="datetimeFigureOut">
              <a:rPr lang="en-GB" smtClean="0"/>
              <a:t>24/03/2025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4E1BFB-0BDF-6458-1C8F-BDD3A2FE5A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3AF0D-FC84-95BA-7F08-DDD2D13B3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DA7D71-C4CA-4AF9-B785-9BD210F5D59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6641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19FB7-EB5D-65C6-C207-F4C4AE7675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DFDCFA-6970-D53E-CF40-838F438270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noProof="0" dirty="0"/>
              <a:t>Rollo Tully</a:t>
            </a:r>
          </a:p>
        </p:txBody>
      </p:sp>
    </p:spTree>
    <p:extLst>
      <p:ext uri="{BB962C8B-B14F-4D97-AF65-F5344CB8AC3E}">
        <p14:creationId xmlns:p14="http://schemas.microsoft.com/office/powerpoint/2010/main" val="32704830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48AEA5-28C1-2575-A77F-6F4A4C84D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Problem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FADFB6-5F5F-1DCA-518E-B9A66B1037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Foil manufacture</a:t>
            </a:r>
          </a:p>
          <a:p>
            <a:pPr marL="0" indent="0">
              <a:buNone/>
            </a:pPr>
            <a:r>
              <a:rPr lang="en-GB" noProof="0" dirty="0"/>
              <a:t>Lack of accuracy </a:t>
            </a:r>
          </a:p>
          <a:p>
            <a:pPr marL="0" indent="0">
              <a:buNone/>
            </a:pPr>
            <a:r>
              <a:rPr lang="en-GB" noProof="0" dirty="0"/>
              <a:t>-&gt; Why is this important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r>
              <a:rPr lang="en-GB" sz="2800" noProof="0" dirty="0"/>
              <a:t>Foam core </a:t>
            </a:r>
            <a:r>
              <a:rPr lang="en-GB" sz="2800" noProof="0" dirty="0" err="1"/>
              <a:t>airfoil</a:t>
            </a:r>
            <a:r>
              <a:rPr lang="en-GB" sz="2800" noProof="0" dirty="0"/>
              <a:t> manufacture</a:t>
            </a:r>
          </a:p>
          <a:p>
            <a:pPr marL="0" indent="0">
              <a:buNone/>
            </a:pPr>
            <a:r>
              <a:rPr lang="en-GB" sz="2800" noProof="0" dirty="0"/>
              <a:t>Need for dimensional accuracy </a:t>
            </a:r>
          </a:p>
          <a:p>
            <a:pPr marL="0" indent="0">
              <a:buNone/>
            </a:pPr>
            <a:r>
              <a:rPr lang="en-GB" sz="2800" noProof="0" dirty="0"/>
              <a:t>Current method</a:t>
            </a:r>
          </a:p>
          <a:p>
            <a:pPr marL="0" indent="0">
              <a:buNone/>
            </a:pPr>
            <a:r>
              <a:rPr lang="en-GB" sz="2800" noProof="0" dirty="0"/>
              <a:t>Diagram showing current method</a:t>
            </a:r>
          </a:p>
          <a:p>
            <a:pPr marL="0" indent="0">
              <a:buNone/>
            </a:pPr>
            <a:endParaRPr lang="en-GB" noProof="0" dirty="0"/>
          </a:p>
          <a:p>
            <a:pPr marL="0" indent="0">
              <a:buNone/>
            </a:pPr>
            <a:endParaRPr lang="en-GB" sz="1600" noProof="0" dirty="0"/>
          </a:p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11231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B3A5D2-EE17-557F-07FF-FE5D0C057B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47501C-F703-1D2C-D2EB-F4792EDCF2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1600" noProof="0" dirty="0"/>
              <a:t>Diagram showing current method</a:t>
            </a:r>
          </a:p>
          <a:p>
            <a:pPr marL="0" indent="0">
              <a:buNone/>
            </a:pPr>
            <a:r>
              <a:rPr lang="en-GB" noProof="0" dirty="0"/>
              <a:t>Lower costs</a:t>
            </a:r>
          </a:p>
          <a:p>
            <a:pPr marL="0" indent="0">
              <a:buNone/>
            </a:pPr>
            <a:r>
              <a:rPr lang="en-GB" noProof="0" dirty="0"/>
              <a:t>More complex geometry </a:t>
            </a:r>
          </a:p>
          <a:p>
            <a:pPr marL="0" indent="0">
              <a:buNone/>
            </a:pPr>
            <a:r>
              <a:rPr lang="en-GB" noProof="0" dirty="0"/>
              <a:t>Lower barrier to entry </a:t>
            </a:r>
          </a:p>
          <a:p>
            <a:pPr marL="0" indent="0">
              <a:buNone/>
            </a:pPr>
            <a:r>
              <a:rPr lang="en-GB" noProof="0" dirty="0"/>
              <a:t>Less time spent optimising manufacturing </a:t>
            </a:r>
          </a:p>
          <a:p>
            <a:pPr marL="0" indent="0">
              <a:buNone/>
            </a:pPr>
            <a:r>
              <a:rPr lang="en-GB" noProof="0" dirty="0"/>
              <a:t>Less need for skilled labour</a:t>
            </a:r>
          </a:p>
        </p:txBody>
      </p:sp>
    </p:spTree>
    <p:extLst>
      <p:ext uri="{BB962C8B-B14F-4D97-AF65-F5344CB8AC3E}">
        <p14:creationId xmlns:p14="http://schemas.microsoft.com/office/powerpoint/2010/main" val="35787454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FB22D-1E1F-C6B9-8285-79A02ED9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Current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AE3C97-F880-E2B6-5CC8-5DA7EE80B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Flow chart showing current manufacturing methods</a:t>
            </a:r>
          </a:p>
        </p:txBody>
      </p:sp>
    </p:spTree>
    <p:extLst>
      <p:ext uri="{BB962C8B-B14F-4D97-AF65-F5344CB8AC3E}">
        <p14:creationId xmlns:p14="http://schemas.microsoft.com/office/powerpoint/2010/main" val="3204967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62B21-0FC3-F04C-C063-58B1A0B8F6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Proposed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28BC15-6E1E-7997-1930-B1E8592948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Updated flow diagram showing how new method works</a:t>
            </a:r>
          </a:p>
        </p:txBody>
      </p:sp>
    </p:spTree>
    <p:extLst>
      <p:ext uri="{BB962C8B-B14F-4D97-AF65-F5344CB8AC3E}">
        <p14:creationId xmlns:p14="http://schemas.microsoft.com/office/powerpoint/2010/main" val="27193047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4F2F6-1C12-9F82-3377-84F9D79C51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/>
              <a:t>Optimization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887EBF-1AFD-5BCD-BB97-BBD60456F1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noProof="0" dirty="0"/>
              <a:t>How has this methods been implemented</a:t>
            </a:r>
          </a:p>
        </p:txBody>
      </p:sp>
    </p:spTree>
    <p:extLst>
      <p:ext uri="{BB962C8B-B14F-4D97-AF65-F5344CB8AC3E}">
        <p14:creationId xmlns:p14="http://schemas.microsoft.com/office/powerpoint/2010/main" val="37678239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91864-F266-47EC-6A9B-3FC181139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Known problems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F8F95C-0F5B-D1A9-2AEC-4EB1064D1D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223252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F4CC3-3762-2728-D605-CDDCFCF4F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C1507-D8E3-D90C-A132-0B9CE1FB4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4520403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FA103-26CA-CC60-3CB7-FE743BA5F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939DB2-817B-57BD-C891-4F9043DD5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8807269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F7FD84-8804-FAAF-EB42-C2A319CD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BAEEA8-A1B1-D1E8-6DB2-822B85E3E4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08063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</Words>
  <Application>Microsoft Office PowerPoint</Application>
  <PresentationFormat>Widescreen</PresentationFormat>
  <Paragraphs>27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PowerPoint Presentation</vt:lpstr>
      <vt:lpstr>Problem </vt:lpstr>
      <vt:lpstr>Motivation</vt:lpstr>
      <vt:lpstr>Current methods</vt:lpstr>
      <vt:lpstr>Proposed method</vt:lpstr>
      <vt:lpstr>Optimization</vt:lpstr>
      <vt:lpstr>Known problems</vt:lpstr>
      <vt:lpstr>performance</vt:lpstr>
      <vt:lpstr>PowerPoint Presentation</vt:lpstr>
      <vt:lpstr>Future 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Rollo Tully</dc:creator>
  <cp:lastModifiedBy>Rollo Tully</cp:lastModifiedBy>
  <cp:revision>1</cp:revision>
  <dcterms:created xsi:type="dcterms:W3CDTF">2025-03-24T13:53:12Z</dcterms:created>
  <dcterms:modified xsi:type="dcterms:W3CDTF">2025-03-24T14:14:36Z</dcterms:modified>
</cp:coreProperties>
</file>